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1" r:id="rId7"/>
    <p:sldId id="263" r:id="rId8"/>
    <p:sldId id="26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1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144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2691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838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3524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8861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958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6352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866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7841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6159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1299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604FC-2B28-4B49-8FF9-87007E37712A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09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 smtClean="0"/>
              <a:t>企画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635250" y="4106863"/>
            <a:ext cx="6921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000" dirty="0" smtClean="0"/>
              <a:t>江川　彰馬</a:t>
            </a:r>
            <a:endParaRPr kumimoji="1" lang="ja-JP" altLang="en-US" sz="4000" dirty="0"/>
          </a:p>
        </p:txBody>
      </p:sp>
    </p:spTree>
    <p:extLst>
      <p:ext uri="{BB962C8B-B14F-4D97-AF65-F5344CB8AC3E}">
        <p14:creationId xmlns:p14="http://schemas.microsoft.com/office/powerpoint/2010/main" val="892407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0" y="796786"/>
            <a:ext cx="12192000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　環　境：</a:t>
            </a:r>
            <a:r>
              <a:rPr lang="en-US" altLang="ja-JP" sz="4000" dirty="0" smtClean="0"/>
              <a:t>Unity</a:t>
            </a:r>
          </a:p>
          <a:p>
            <a:endParaRPr kumimoji="1" lang="en-US" altLang="ja-JP" sz="4000" dirty="0"/>
          </a:p>
          <a:p>
            <a:r>
              <a:rPr lang="ja-JP" altLang="en-US" sz="4000" dirty="0" smtClean="0"/>
              <a:t>　ジャンル</a:t>
            </a:r>
            <a:endParaRPr lang="en-US" altLang="ja-JP" sz="4000" dirty="0" smtClean="0"/>
          </a:p>
          <a:p>
            <a:r>
              <a:rPr lang="ja-JP" altLang="en-US" sz="4000" dirty="0"/>
              <a:t>・</a:t>
            </a:r>
            <a:r>
              <a:rPr lang="ja-JP" altLang="en-US" sz="4000" dirty="0" smtClean="0"/>
              <a:t>バランスアクション＆アクションゲーム</a:t>
            </a:r>
            <a:endParaRPr lang="en-US" altLang="ja-JP" sz="4000" dirty="0" smtClean="0"/>
          </a:p>
          <a:p>
            <a:r>
              <a:rPr lang="ja-JP" altLang="en-US" sz="4000" dirty="0"/>
              <a:t>　</a:t>
            </a:r>
            <a:endParaRPr lang="en-US" altLang="ja-JP" sz="4000" dirty="0" smtClean="0"/>
          </a:p>
          <a:p>
            <a:endParaRPr kumimoji="1" lang="en-US" altLang="ja-JP" sz="4000" dirty="0" smtClean="0"/>
          </a:p>
          <a:p>
            <a:r>
              <a:rPr lang="ja-JP" altLang="en-US" sz="4000" dirty="0"/>
              <a:t>ゲーム</a:t>
            </a:r>
            <a:r>
              <a:rPr lang="ja-JP" altLang="en-US" sz="4000" dirty="0" smtClean="0"/>
              <a:t>概要</a:t>
            </a:r>
            <a:endParaRPr lang="en-US" altLang="ja-JP" sz="4000" dirty="0"/>
          </a:p>
          <a:p>
            <a:r>
              <a:rPr lang="ja-JP" altLang="en-US" sz="3600" dirty="0" smtClean="0"/>
              <a:t>・４ステージをクリアしよう！</a:t>
            </a:r>
            <a:endParaRPr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455882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ゲーム特徴</a:t>
            </a:r>
            <a:endParaRPr kumimoji="1" lang="ja-JP" altLang="en-US" sz="4000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1586102"/>
            <a:ext cx="11760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・プレイヤーを動かすのではなく、ステージを傾けて</a:t>
            </a:r>
            <a:r>
              <a:rPr lang="ja-JP" altLang="en-US" sz="3200" dirty="0"/>
              <a:t>移動</a:t>
            </a:r>
            <a:r>
              <a:rPr lang="ja-JP" altLang="en-US" sz="3200" dirty="0" smtClean="0"/>
              <a:t>する</a:t>
            </a:r>
            <a:endParaRPr lang="en-US" altLang="ja-JP" sz="3200" dirty="0" smtClean="0"/>
          </a:p>
          <a:p>
            <a:endParaRPr kumimoji="1" lang="en-US" altLang="ja-JP" sz="3200" dirty="0" smtClean="0"/>
          </a:p>
          <a:p>
            <a:r>
              <a:rPr lang="ja-JP" altLang="en-US" sz="3200" dirty="0" smtClean="0"/>
              <a:t>・敵を倒してコインを稼ぐ</a:t>
            </a:r>
            <a:endParaRPr lang="en-US" altLang="ja-JP" sz="3200" dirty="0" smtClean="0"/>
          </a:p>
          <a:p>
            <a:endParaRPr lang="en-US" altLang="ja-JP" sz="3200" dirty="0"/>
          </a:p>
          <a:p>
            <a:r>
              <a:rPr lang="ja-JP" altLang="en-US" sz="3200" dirty="0" smtClean="0"/>
              <a:t>・</a:t>
            </a:r>
            <a:r>
              <a:rPr lang="en-US" altLang="ja-JP" sz="3200" dirty="0" smtClean="0"/>
              <a:t>SHOP</a:t>
            </a:r>
            <a:r>
              <a:rPr lang="ja-JP" altLang="en-US" sz="3200" dirty="0" smtClean="0"/>
              <a:t>でコインを使いアイテム購入</a:t>
            </a:r>
            <a:r>
              <a:rPr lang="ja-JP" altLang="en-US" sz="3200" dirty="0"/>
              <a:t>、</a:t>
            </a:r>
            <a:r>
              <a:rPr lang="ja-JP" altLang="en-US" sz="3200" dirty="0" smtClean="0"/>
              <a:t>ステータス</a:t>
            </a:r>
            <a:r>
              <a:rPr lang="en-US" altLang="ja-JP" sz="3200" dirty="0" smtClean="0"/>
              <a:t>UP</a:t>
            </a:r>
          </a:p>
          <a:p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1532420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 smtClean="0"/>
              <a:t>SHOP</a:t>
            </a:r>
            <a:r>
              <a:rPr lang="ja-JP" altLang="en-US" sz="4000" dirty="0" smtClean="0"/>
              <a:t>内容</a:t>
            </a:r>
            <a:endParaRPr kumimoji="1" lang="ja-JP" altLang="en-US" sz="4000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203200" y="1141602"/>
            <a:ext cx="117602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・回復薬</a:t>
            </a:r>
            <a:endParaRPr lang="en-US" altLang="ja-JP" sz="4000" dirty="0" smtClean="0"/>
          </a:p>
          <a:p>
            <a:endParaRPr kumimoji="1" lang="en-US" altLang="ja-JP" sz="4000" dirty="0" smtClean="0"/>
          </a:p>
          <a:p>
            <a:r>
              <a:rPr lang="ja-JP" altLang="en-US" sz="4000" dirty="0" smtClean="0"/>
              <a:t>・プレイヤーのステータスを一段階ずつ</a:t>
            </a:r>
            <a:r>
              <a:rPr lang="en-US" altLang="ja-JP" sz="4000" dirty="0" smtClean="0"/>
              <a:t>UP</a:t>
            </a:r>
          </a:p>
          <a:p>
            <a:r>
              <a:rPr lang="ja-JP" altLang="en-US" sz="4000" dirty="0"/>
              <a:t>　</a:t>
            </a:r>
            <a:r>
              <a:rPr lang="ja-JP" altLang="en-US" sz="4000" dirty="0" smtClean="0"/>
              <a:t>（</a:t>
            </a:r>
            <a:r>
              <a:rPr lang="en-US" altLang="ja-JP" sz="4000" dirty="0" smtClean="0"/>
              <a:t>HP</a:t>
            </a:r>
            <a:r>
              <a:rPr lang="ja-JP" altLang="en-US" sz="4000" dirty="0" smtClean="0"/>
              <a:t>・攻撃力・防御力）</a:t>
            </a:r>
            <a:endParaRPr lang="en-US" altLang="ja-JP" sz="4000" dirty="0"/>
          </a:p>
        </p:txBody>
      </p:sp>
    </p:spTree>
    <p:extLst>
      <p:ext uri="{BB962C8B-B14F-4D97-AF65-F5344CB8AC3E}">
        <p14:creationId xmlns:p14="http://schemas.microsoft.com/office/powerpoint/2010/main" val="288783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プレイヤーの情報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03200" y="1152386"/>
            <a:ext cx="11760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・体　力：</a:t>
            </a:r>
            <a:r>
              <a:rPr lang="en-US" altLang="ja-JP" sz="3200" dirty="0" smtClean="0"/>
              <a:t>50</a:t>
            </a:r>
            <a:r>
              <a:rPr lang="ja-JP" altLang="en-US" sz="3200" dirty="0"/>
              <a:t>スタート（</a:t>
            </a:r>
            <a:r>
              <a:rPr lang="en-US" altLang="ja-JP" sz="3200" dirty="0"/>
              <a:t>SHOP</a:t>
            </a:r>
            <a:r>
              <a:rPr lang="ja-JP" altLang="en-US" sz="3200" dirty="0"/>
              <a:t>で</a:t>
            </a:r>
            <a:r>
              <a:rPr lang="en-US" altLang="ja-JP" sz="3200" dirty="0"/>
              <a:t>HP</a:t>
            </a:r>
            <a:r>
              <a:rPr lang="ja-JP" altLang="en-US" sz="3200" dirty="0"/>
              <a:t>を増やせる）</a:t>
            </a:r>
          </a:p>
          <a:p>
            <a:r>
              <a:rPr lang="ja-JP" altLang="en-US" sz="3200" dirty="0"/>
              <a:t>・</a:t>
            </a:r>
            <a:r>
              <a:rPr lang="ja-JP" altLang="en-US" sz="3200" dirty="0" smtClean="0"/>
              <a:t>攻撃力：</a:t>
            </a:r>
            <a:r>
              <a:rPr lang="en-US" altLang="ja-JP" sz="3200" dirty="0"/>
              <a:t>10</a:t>
            </a:r>
            <a:r>
              <a:rPr lang="ja-JP" altLang="en-US" sz="3200" dirty="0"/>
              <a:t>スタート（</a:t>
            </a:r>
            <a:r>
              <a:rPr lang="en-US" altLang="ja-JP" sz="3200" dirty="0"/>
              <a:t>SHOP</a:t>
            </a:r>
            <a:r>
              <a:rPr lang="ja-JP" altLang="en-US" sz="3200" dirty="0"/>
              <a:t>で攻撃力を増やせる）</a:t>
            </a:r>
          </a:p>
          <a:p>
            <a:r>
              <a:rPr lang="ja-JP" altLang="en-US" sz="3200" dirty="0"/>
              <a:t>・防御力</a:t>
            </a:r>
            <a:r>
              <a:rPr lang="ja-JP" altLang="en-US" sz="3200" dirty="0" smtClean="0"/>
              <a:t>：</a:t>
            </a:r>
            <a:r>
              <a:rPr lang="en-US" altLang="ja-JP" sz="3200" dirty="0" smtClean="0"/>
              <a:t>10</a:t>
            </a:r>
            <a:r>
              <a:rPr lang="ja-JP" altLang="en-US" sz="3200" dirty="0"/>
              <a:t>スタート（</a:t>
            </a:r>
            <a:r>
              <a:rPr lang="en-US" altLang="ja-JP" sz="3200" dirty="0"/>
              <a:t>SHOP</a:t>
            </a:r>
            <a:r>
              <a:rPr lang="ja-JP" altLang="en-US" sz="3200" dirty="0"/>
              <a:t>で防御力を増やせる）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2988746"/>
            <a:ext cx="11760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</a:t>
            </a:r>
            <a:r>
              <a:rPr lang="en-US" altLang="ja-JP" sz="3200" dirty="0" smtClean="0"/>
              <a:t>H</a:t>
            </a:r>
            <a:r>
              <a:rPr lang="ja-JP" altLang="en-US" sz="3200" dirty="0" smtClean="0"/>
              <a:t>　</a:t>
            </a:r>
            <a:r>
              <a:rPr lang="en-US" altLang="ja-JP" sz="3200" dirty="0" smtClean="0"/>
              <a:t>P</a:t>
            </a:r>
            <a:r>
              <a:rPr lang="ja-JP" altLang="en-US" sz="3200" dirty="0"/>
              <a:t> </a:t>
            </a:r>
            <a:r>
              <a:rPr lang="ja-JP" altLang="en-US" sz="3200" dirty="0" smtClean="0"/>
              <a:t> ：回復薬使用で回復できる</a:t>
            </a:r>
          </a:p>
          <a:p>
            <a:r>
              <a:rPr lang="ja-JP" altLang="en-US" sz="3200" dirty="0" smtClean="0"/>
              <a:t>・防御力：食らうダメージが減る</a:t>
            </a:r>
            <a:endParaRPr lang="ja-JP" altLang="en-US" sz="32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03200" y="4738032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プレイヤーの攻撃方法</a:t>
            </a:r>
            <a:endParaRPr kumimoji="1" lang="ja-JP" altLang="en-US" sz="40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03200" y="5660786"/>
            <a:ext cx="11760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smtClean="0"/>
              <a:t>・体当たり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564975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敵の攻撃方法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03200" y="1116202"/>
            <a:ext cx="11760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 smtClean="0"/>
              <a:t>・</a:t>
            </a:r>
            <a:r>
              <a:rPr lang="ja-JP" altLang="en-US" sz="3600" dirty="0"/>
              <a:t>プレイヤーの</a:t>
            </a:r>
            <a:r>
              <a:rPr lang="ja-JP" altLang="en-US" sz="3600" dirty="0" smtClean="0"/>
              <a:t>方向を向き、前方３マスにブレス攻撃</a:t>
            </a:r>
            <a:endParaRPr lang="en-US" altLang="ja-JP" sz="3600" dirty="0" smtClean="0"/>
          </a:p>
          <a:p>
            <a:endParaRPr lang="en-US" altLang="ja-JP" sz="3600" dirty="0" smtClean="0"/>
          </a:p>
          <a:p>
            <a:r>
              <a:rPr kumimoji="1" lang="ja-JP" altLang="en-US" sz="3600" dirty="0" smtClean="0"/>
              <a:t>・</a:t>
            </a:r>
            <a:r>
              <a:rPr lang="ja-JP" altLang="en-US" sz="3600" dirty="0"/>
              <a:t>プレイヤーの方向に、</a:t>
            </a:r>
            <a:r>
              <a:rPr lang="ja-JP" altLang="en-US" sz="3600" dirty="0" smtClean="0"/>
              <a:t>球を飛ばしてくる</a:t>
            </a:r>
            <a:endParaRPr lang="en-US" altLang="ja-JP" sz="3600" dirty="0" smtClean="0"/>
          </a:p>
          <a:p>
            <a:endParaRPr kumimoji="1" lang="en-US" altLang="ja-JP" sz="3600" dirty="0" smtClean="0"/>
          </a:p>
          <a:p>
            <a:r>
              <a:rPr lang="ja-JP" altLang="en-US" sz="3600" dirty="0" smtClean="0"/>
              <a:t>・プレイヤーの方向に、一直線で突進攻撃</a:t>
            </a:r>
            <a:endParaRPr lang="en-US" altLang="ja-JP" sz="3600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44076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敵の情報</a:t>
            </a:r>
            <a:endParaRPr kumimoji="1" lang="ja-JP" altLang="en-US" sz="40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03200" y="5252463"/>
            <a:ext cx="11760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 smtClean="0"/>
              <a:t>・</a:t>
            </a:r>
            <a:r>
              <a:rPr lang="en-US" altLang="ja-JP" sz="3600" dirty="0" smtClean="0"/>
              <a:t>HP</a:t>
            </a:r>
            <a:r>
              <a:rPr lang="ja-JP" altLang="en-US" sz="3600" dirty="0" smtClean="0"/>
              <a:t>と攻撃力は、何週目かで異なる</a:t>
            </a:r>
            <a:endParaRPr lang="en-US" altLang="ja-JP" sz="3600" dirty="0" smtClean="0"/>
          </a:p>
          <a:p>
            <a:r>
              <a:rPr lang="ja-JP" altLang="en-US" sz="3600" dirty="0"/>
              <a:t>（敵ＡとＢがいたら、Ａは突進だけ、Ｂはブレスだけ</a:t>
            </a:r>
            <a:r>
              <a:rPr lang="ja-JP" altLang="en-US" sz="3600" dirty="0" smtClean="0"/>
              <a:t>）</a:t>
            </a:r>
            <a:endParaRPr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4013168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ボス</a:t>
            </a:r>
            <a:r>
              <a:rPr lang="ja-JP" altLang="en-US" sz="4000" dirty="0" smtClean="0"/>
              <a:t>の攻撃方法</a:t>
            </a:r>
            <a:endParaRPr kumimoji="1" lang="ja-JP" altLang="en-US" sz="4000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1001902"/>
            <a:ext cx="117602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</a:t>
            </a:r>
            <a:r>
              <a:rPr lang="ja-JP" altLang="en-US" sz="3200" dirty="0"/>
              <a:t>プレイヤーの</a:t>
            </a:r>
            <a:r>
              <a:rPr lang="ja-JP" altLang="en-US" sz="3200" dirty="0" smtClean="0"/>
              <a:t>方向を向き、前方３マスにブレス攻撃</a:t>
            </a:r>
            <a:endParaRPr lang="en-US" altLang="ja-JP" sz="3200" dirty="0" smtClean="0"/>
          </a:p>
          <a:p>
            <a:endParaRPr lang="en-US" altLang="ja-JP" sz="3200" dirty="0" smtClean="0"/>
          </a:p>
          <a:p>
            <a:r>
              <a:rPr kumimoji="1" lang="ja-JP" altLang="en-US" sz="3200" dirty="0" smtClean="0"/>
              <a:t>・</a:t>
            </a:r>
            <a:r>
              <a:rPr lang="ja-JP" altLang="en-US" sz="3200" dirty="0"/>
              <a:t>プレイヤーの方向に、</a:t>
            </a:r>
            <a:r>
              <a:rPr lang="ja-JP" altLang="en-US" sz="3200" dirty="0" smtClean="0"/>
              <a:t>球を飛ばしてくる</a:t>
            </a:r>
            <a:endParaRPr lang="en-US" altLang="ja-JP" sz="3200" dirty="0" smtClean="0"/>
          </a:p>
          <a:p>
            <a:endParaRPr kumimoji="1" lang="en-US" altLang="ja-JP" sz="3200" dirty="0" smtClean="0"/>
          </a:p>
          <a:p>
            <a:r>
              <a:rPr lang="ja-JP" altLang="en-US" sz="3200" dirty="0" smtClean="0"/>
              <a:t>・プレイヤーの方向に、一直線で突進攻撃</a:t>
            </a:r>
            <a:endParaRPr lang="en-US" altLang="ja-JP" sz="3200" dirty="0" smtClean="0"/>
          </a:p>
          <a:p>
            <a:endParaRPr lang="en-US" altLang="ja-JP" sz="3200" dirty="0"/>
          </a:p>
          <a:p>
            <a:r>
              <a:rPr lang="ja-JP" altLang="en-US" sz="3200" dirty="0" smtClean="0"/>
              <a:t>・地面から攻撃が飛び出してくる</a:t>
            </a:r>
            <a:endParaRPr lang="en-US" altLang="ja-JP" sz="32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03200" y="4657548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ボス</a:t>
            </a:r>
            <a:r>
              <a:rPr lang="ja-JP" altLang="en-US" sz="4000" dirty="0" smtClean="0"/>
              <a:t>の情報</a:t>
            </a:r>
            <a:endParaRPr kumimoji="1" lang="ja-JP" altLang="en-US" sz="40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03200" y="5481650"/>
            <a:ext cx="11760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</a:t>
            </a:r>
            <a:r>
              <a:rPr lang="en-US" altLang="ja-JP" sz="3200" dirty="0" smtClean="0"/>
              <a:t>HP</a:t>
            </a:r>
            <a:r>
              <a:rPr lang="ja-JP" altLang="en-US" sz="3200" dirty="0" smtClean="0"/>
              <a:t>２００、攻撃力２０～３０</a:t>
            </a:r>
            <a:endParaRPr lang="en-US" altLang="ja-JP" sz="3200" dirty="0" smtClean="0"/>
          </a:p>
          <a:p>
            <a:r>
              <a:rPr lang="ja-JP" altLang="en-US" sz="3200" dirty="0" smtClean="0"/>
              <a:t>（攻撃方法が複数あるため、攻撃力はそんなに高くない）</a:t>
            </a:r>
            <a:endParaRPr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42862724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728834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クリア方法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03200" y="1635573"/>
            <a:ext cx="11760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・ゴールを踏むと次のステージに進める</a:t>
            </a:r>
            <a:endParaRPr lang="en-US" altLang="ja-JP" sz="3200" dirty="0" smtClean="0"/>
          </a:p>
          <a:p>
            <a:r>
              <a:rPr lang="ja-JP" altLang="en-US" sz="3200" dirty="0" smtClean="0"/>
              <a:t>（敵を倒さなくてもクリア出来る）</a:t>
            </a:r>
            <a:endParaRPr lang="en-US" altLang="ja-JP" sz="3200" dirty="0" smtClean="0"/>
          </a:p>
          <a:p>
            <a:r>
              <a:rPr lang="ja-JP" altLang="en-US" sz="3200" dirty="0" smtClean="0"/>
              <a:t>（ボスは、倒さないとクリア出来ない）</a:t>
            </a:r>
            <a:endParaRPr lang="en-US" altLang="ja-JP" sz="3200" dirty="0" smtClean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3511692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ゲームシステム</a:t>
            </a:r>
            <a:endParaRPr lang="en-US" altLang="ja-JP" sz="4000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03200" y="4418431"/>
            <a:ext cx="11760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・ステージ挑戦中に死んだ場合、そのステージで得た物は失う</a:t>
            </a:r>
            <a:endParaRPr lang="en-US" altLang="ja-JP" sz="3200" dirty="0" smtClean="0"/>
          </a:p>
          <a:p>
            <a:endParaRPr lang="en-US" altLang="ja-JP" sz="3200" dirty="0" smtClean="0"/>
          </a:p>
          <a:p>
            <a:r>
              <a:rPr lang="ja-JP" altLang="en-US" sz="3200" dirty="0" smtClean="0"/>
              <a:t>・残機をすべて使うとゲームオーバー</a:t>
            </a:r>
            <a:endParaRPr lang="en-US" altLang="ja-JP" sz="3200" dirty="0" smtClean="0"/>
          </a:p>
        </p:txBody>
      </p:sp>
    </p:spTree>
    <p:extLst>
      <p:ext uri="{BB962C8B-B14F-4D97-AF65-F5344CB8AC3E}">
        <p14:creationId xmlns:p14="http://schemas.microsoft.com/office/powerpoint/2010/main" val="3786879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252</Words>
  <Application>Microsoft Office PowerPoint</Application>
  <PresentationFormat>ワイド画面</PresentationFormat>
  <Paragraphs>57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バランスボール（仮）</dc:title>
  <dc:creator>GA3</dc:creator>
  <cp:lastModifiedBy>GA3</cp:lastModifiedBy>
  <cp:revision>64</cp:revision>
  <dcterms:created xsi:type="dcterms:W3CDTF">2026-04-13T01:47:17Z</dcterms:created>
  <dcterms:modified xsi:type="dcterms:W3CDTF">2026-04-21T04:09:16Z</dcterms:modified>
</cp:coreProperties>
</file>