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14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69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83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52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886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95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35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866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78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15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29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604FC-2B28-4B49-8FF9-87007E37712A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16E6F-9B49-48A3-9489-E434B2FBEF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0916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企画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240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0" y="796786"/>
            <a:ext cx="1219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　環　境：</a:t>
            </a:r>
            <a:r>
              <a:rPr lang="en-US" altLang="ja-JP" sz="4000" dirty="0" smtClean="0"/>
              <a:t>Unity</a:t>
            </a:r>
          </a:p>
          <a:p>
            <a:endParaRPr kumimoji="1" lang="en-US" altLang="ja-JP" sz="4000" dirty="0"/>
          </a:p>
          <a:p>
            <a:r>
              <a:rPr lang="ja-JP" altLang="en-US" sz="4000" dirty="0" smtClean="0"/>
              <a:t>　ジャンル</a:t>
            </a:r>
            <a:endParaRPr lang="en-US" altLang="ja-JP" sz="4000" dirty="0" smtClean="0"/>
          </a:p>
          <a:p>
            <a:r>
              <a:rPr lang="ja-JP" altLang="en-US" sz="4000" dirty="0"/>
              <a:t>・</a:t>
            </a:r>
            <a:r>
              <a:rPr lang="ja-JP" altLang="en-US" sz="4000" dirty="0" smtClean="0"/>
              <a:t>バランスアクション＆アクションゲーム</a:t>
            </a:r>
            <a:endParaRPr lang="en-US" altLang="ja-JP" sz="4000" dirty="0" smtClean="0"/>
          </a:p>
          <a:p>
            <a:endParaRPr kumimoji="1" lang="en-US" altLang="ja-JP" sz="4000" dirty="0" smtClean="0"/>
          </a:p>
          <a:p>
            <a:r>
              <a:rPr lang="ja-JP" altLang="en-US" sz="4000" dirty="0"/>
              <a:t>ゲーム</a:t>
            </a:r>
            <a:r>
              <a:rPr lang="ja-JP" altLang="en-US" sz="4000" dirty="0" smtClean="0"/>
              <a:t>概要</a:t>
            </a:r>
            <a:endParaRPr lang="en-US" altLang="ja-JP" sz="4000" dirty="0"/>
          </a:p>
          <a:p>
            <a:r>
              <a:rPr lang="ja-JP" altLang="en-US" sz="3600" dirty="0"/>
              <a:t>・</a:t>
            </a:r>
            <a:r>
              <a:rPr lang="ja-JP" altLang="en-US" sz="3600" dirty="0" smtClean="0"/>
              <a:t>ステージ</a:t>
            </a:r>
            <a:r>
              <a:rPr lang="ja-JP" altLang="en-US" sz="3600" dirty="0"/>
              <a:t>を</a:t>
            </a:r>
            <a:r>
              <a:rPr lang="ja-JP" altLang="en-US" sz="3600" dirty="0" smtClean="0"/>
              <a:t>傾けて</a:t>
            </a:r>
            <a:r>
              <a:rPr lang="ja-JP" altLang="en-US" sz="3600" dirty="0"/>
              <a:t>人型</a:t>
            </a:r>
            <a:r>
              <a:rPr lang="ja-JP" altLang="en-US" sz="3600" dirty="0" smtClean="0"/>
              <a:t>の</a:t>
            </a:r>
            <a:r>
              <a:rPr lang="ja-JP" altLang="en-US" sz="3600" dirty="0"/>
              <a:t>プレイヤーを動かし</a:t>
            </a:r>
            <a:r>
              <a:rPr lang="ja-JP" altLang="en-US" sz="3600" dirty="0" smtClean="0"/>
              <a:t>、</a:t>
            </a:r>
            <a:endParaRPr lang="en-US" altLang="ja-JP" sz="3600" dirty="0" smtClean="0"/>
          </a:p>
          <a:p>
            <a:r>
              <a:rPr lang="ja-JP" altLang="en-US" sz="3600" dirty="0"/>
              <a:t>　</a:t>
            </a:r>
            <a:r>
              <a:rPr lang="ja-JP" altLang="en-US" sz="3600" dirty="0" smtClean="0"/>
              <a:t>最終的にボスを倒す</a:t>
            </a:r>
            <a:endParaRPr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5588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03200" y="1778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ゲーム特徴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03200" y="1586102"/>
            <a:ext cx="11760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・プレイヤーを動かすのではなく、ステージを</a:t>
            </a:r>
            <a:r>
              <a:rPr lang="ja-JP" altLang="en-US" sz="3200" dirty="0" smtClean="0"/>
              <a:t>傾けて</a:t>
            </a:r>
            <a:r>
              <a:rPr lang="ja-JP" altLang="en-US" sz="3200" dirty="0"/>
              <a:t>移動</a:t>
            </a:r>
            <a:r>
              <a:rPr lang="ja-JP" altLang="en-US" sz="3200" dirty="0" smtClean="0"/>
              <a:t>する</a:t>
            </a:r>
            <a:endParaRPr lang="en-US" altLang="ja-JP" sz="3200" dirty="0" smtClean="0"/>
          </a:p>
          <a:p>
            <a:endParaRPr lang="en-US" altLang="ja-JP" sz="3200" dirty="0" smtClean="0"/>
          </a:p>
          <a:p>
            <a:r>
              <a:rPr kumimoji="1" lang="ja-JP" altLang="en-US" sz="3200" dirty="0" smtClean="0"/>
              <a:t>・</a:t>
            </a:r>
            <a:r>
              <a:rPr lang="ja-JP" altLang="en-US" sz="3200" dirty="0" smtClean="0"/>
              <a:t>敵</a:t>
            </a:r>
            <a:r>
              <a:rPr lang="ja-JP" altLang="en-US" sz="3200" dirty="0" smtClean="0"/>
              <a:t>に</a:t>
            </a:r>
            <a:r>
              <a:rPr lang="ja-JP" altLang="en-US" sz="3200" dirty="0"/>
              <a:t>上手い</a:t>
            </a:r>
            <a:r>
              <a:rPr lang="ja-JP" altLang="en-US" sz="3200" dirty="0" smtClean="0"/>
              <a:t>こと攻撃をし、</a:t>
            </a:r>
            <a:r>
              <a:rPr lang="ja-JP" altLang="en-US" sz="3200" dirty="0" smtClean="0"/>
              <a:t>ダメージ</a:t>
            </a:r>
            <a:r>
              <a:rPr lang="ja-JP" altLang="en-US" sz="3200" dirty="0" smtClean="0"/>
              <a:t>を与える</a:t>
            </a:r>
            <a:endParaRPr lang="en-US" altLang="ja-JP" sz="3200" dirty="0" smtClean="0"/>
          </a:p>
          <a:p>
            <a:endParaRPr kumimoji="1" lang="en-US" altLang="ja-JP" sz="3200" dirty="0" smtClean="0"/>
          </a:p>
          <a:p>
            <a:r>
              <a:rPr lang="ja-JP" altLang="en-US" sz="3200" dirty="0" smtClean="0"/>
              <a:t>・敵を倒してコインを稼ぐ</a:t>
            </a:r>
            <a:endParaRPr lang="en-US" altLang="ja-JP" sz="3200" dirty="0" smtClean="0"/>
          </a:p>
          <a:p>
            <a:endParaRPr lang="en-US" altLang="ja-JP" sz="3200" dirty="0"/>
          </a:p>
          <a:p>
            <a:r>
              <a:rPr lang="ja-JP" altLang="en-US" sz="3200" dirty="0" smtClean="0"/>
              <a:t>・</a:t>
            </a:r>
            <a:r>
              <a:rPr lang="en-US" altLang="ja-JP" sz="3200" dirty="0" smtClean="0"/>
              <a:t>SHOP</a:t>
            </a:r>
            <a:r>
              <a:rPr lang="ja-JP" altLang="en-US" sz="3200" dirty="0" smtClean="0"/>
              <a:t>でコインを使いアイテム購入</a:t>
            </a:r>
            <a:r>
              <a:rPr lang="en-US" altLang="ja-JP" sz="3200" dirty="0" smtClean="0"/>
              <a:t>or</a:t>
            </a:r>
            <a:r>
              <a:rPr lang="ja-JP" altLang="en-US" sz="3200" dirty="0" smtClean="0"/>
              <a:t>ステータス</a:t>
            </a:r>
            <a:r>
              <a:rPr lang="en-US" altLang="ja-JP" sz="3200" dirty="0" smtClean="0"/>
              <a:t>UP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53242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03200" y="1778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/>
              <a:t>SHOP</a:t>
            </a:r>
            <a:r>
              <a:rPr lang="ja-JP" altLang="en-US" sz="4000" dirty="0" smtClean="0"/>
              <a:t>内容</a:t>
            </a:r>
            <a:endParaRPr kumimoji="1" lang="ja-JP" altLang="en-US" sz="40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03200" y="1141602"/>
            <a:ext cx="11760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・コインを使用する</a:t>
            </a:r>
            <a:endParaRPr lang="en-US" altLang="ja-JP" sz="4000" dirty="0" smtClean="0"/>
          </a:p>
          <a:p>
            <a:endParaRPr lang="en-US" altLang="ja-JP" sz="4000" dirty="0" smtClean="0"/>
          </a:p>
          <a:p>
            <a:r>
              <a:rPr lang="ja-JP" altLang="en-US" sz="4000" dirty="0" smtClean="0"/>
              <a:t>・回復薬</a:t>
            </a:r>
            <a:endParaRPr lang="en-US" altLang="ja-JP" sz="4000" dirty="0" smtClean="0"/>
          </a:p>
          <a:p>
            <a:endParaRPr lang="en-US" altLang="ja-JP" sz="4000" dirty="0" smtClean="0"/>
          </a:p>
          <a:p>
            <a:r>
              <a:rPr kumimoji="1" lang="ja-JP" altLang="en-US" sz="4000" dirty="0" smtClean="0"/>
              <a:t>・</a:t>
            </a:r>
            <a:r>
              <a:rPr lang="ja-JP" altLang="en-US" sz="4000" dirty="0"/>
              <a:t>剣</a:t>
            </a:r>
            <a:r>
              <a:rPr lang="ja-JP" altLang="en-US" sz="4000" dirty="0" smtClean="0"/>
              <a:t>（</a:t>
            </a:r>
            <a:r>
              <a:rPr lang="ja-JP" altLang="en-US" sz="4000" dirty="0" smtClean="0"/>
              <a:t>値段によって攻撃力が変わる）</a:t>
            </a:r>
            <a:endParaRPr lang="en-US" altLang="ja-JP" sz="4000" dirty="0" smtClean="0"/>
          </a:p>
          <a:p>
            <a:endParaRPr kumimoji="1" lang="en-US" altLang="ja-JP" sz="4000" dirty="0" smtClean="0"/>
          </a:p>
          <a:p>
            <a:r>
              <a:rPr lang="ja-JP" altLang="en-US" sz="4000" dirty="0" smtClean="0"/>
              <a:t>・プレイヤーのステータスを一段階ずつ</a:t>
            </a:r>
            <a:r>
              <a:rPr lang="en-US" altLang="ja-JP" sz="4000" dirty="0" smtClean="0"/>
              <a:t>UP</a:t>
            </a:r>
          </a:p>
          <a:p>
            <a:r>
              <a:rPr lang="ja-JP" altLang="en-US" sz="4000" dirty="0"/>
              <a:t>　</a:t>
            </a:r>
            <a:r>
              <a:rPr lang="ja-JP" altLang="en-US" sz="4000" dirty="0" smtClean="0"/>
              <a:t>（</a:t>
            </a:r>
            <a:r>
              <a:rPr lang="en-US" altLang="ja-JP" sz="4000" dirty="0" smtClean="0"/>
              <a:t>HP</a:t>
            </a:r>
            <a:r>
              <a:rPr lang="ja-JP" altLang="en-US" sz="4000" dirty="0" smtClean="0"/>
              <a:t>・攻撃力・防御力）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28878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03200" y="1778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プレイヤーの情報</a:t>
            </a:r>
            <a:endParaRPr kumimoji="1" lang="ja-JP" altLang="en-US" sz="4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03200" y="1152386"/>
            <a:ext cx="11760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</a:t>
            </a:r>
            <a:r>
              <a:rPr lang="en-US" altLang="ja-JP" sz="3200" dirty="0" smtClean="0"/>
              <a:t>HP</a:t>
            </a:r>
            <a:r>
              <a:rPr lang="ja-JP" altLang="en-US" sz="3200" dirty="0"/>
              <a:t> </a:t>
            </a:r>
            <a:r>
              <a:rPr lang="ja-JP" altLang="en-US" sz="3200" dirty="0" smtClean="0"/>
              <a:t>      ：</a:t>
            </a:r>
            <a:r>
              <a:rPr lang="en-US" altLang="ja-JP" sz="3200" dirty="0"/>
              <a:t>50</a:t>
            </a:r>
            <a:r>
              <a:rPr lang="ja-JP" altLang="en-US" sz="3200" dirty="0"/>
              <a:t>スタート（</a:t>
            </a:r>
            <a:r>
              <a:rPr lang="en-US" altLang="ja-JP" sz="3200" dirty="0"/>
              <a:t>SHOP</a:t>
            </a:r>
            <a:r>
              <a:rPr lang="ja-JP" altLang="en-US" sz="3200" dirty="0"/>
              <a:t>で</a:t>
            </a:r>
            <a:r>
              <a:rPr lang="en-US" altLang="ja-JP" sz="3200" dirty="0"/>
              <a:t>HP</a:t>
            </a:r>
            <a:r>
              <a:rPr lang="ja-JP" altLang="en-US" sz="3200" dirty="0"/>
              <a:t>を増やせる）</a:t>
            </a:r>
          </a:p>
          <a:p>
            <a:r>
              <a:rPr lang="ja-JP" altLang="en-US" sz="3200" dirty="0"/>
              <a:t>・</a:t>
            </a:r>
            <a:r>
              <a:rPr lang="ja-JP" altLang="en-US" sz="3200" dirty="0" smtClean="0"/>
              <a:t>攻撃力 ：</a:t>
            </a:r>
            <a:r>
              <a:rPr lang="en-US" altLang="ja-JP" sz="3200" dirty="0"/>
              <a:t>10</a:t>
            </a:r>
            <a:r>
              <a:rPr lang="ja-JP" altLang="en-US" sz="3200" dirty="0"/>
              <a:t>スタート（</a:t>
            </a:r>
            <a:r>
              <a:rPr lang="en-US" altLang="ja-JP" sz="3200" dirty="0"/>
              <a:t>SHOP</a:t>
            </a:r>
            <a:r>
              <a:rPr lang="ja-JP" altLang="en-US" sz="3200" dirty="0"/>
              <a:t>で攻撃力を増やせる）</a:t>
            </a:r>
          </a:p>
          <a:p>
            <a:r>
              <a:rPr lang="ja-JP" altLang="en-US" sz="3200" dirty="0"/>
              <a:t>・</a:t>
            </a:r>
            <a:r>
              <a:rPr lang="ja-JP" altLang="en-US" sz="3200" dirty="0" smtClean="0"/>
              <a:t>防御力  </a:t>
            </a:r>
            <a:r>
              <a:rPr lang="en-US" altLang="ja-JP" sz="3200" dirty="0" smtClean="0"/>
              <a:t>: </a:t>
            </a:r>
            <a:r>
              <a:rPr lang="en-US" altLang="ja-JP" sz="3200" dirty="0"/>
              <a:t>10</a:t>
            </a:r>
            <a:r>
              <a:rPr lang="ja-JP" altLang="en-US" sz="3200" dirty="0"/>
              <a:t>スタート（</a:t>
            </a:r>
            <a:r>
              <a:rPr lang="en-US" altLang="ja-JP" sz="3200" dirty="0"/>
              <a:t>SHOP</a:t>
            </a:r>
            <a:r>
              <a:rPr lang="ja-JP" altLang="en-US" sz="3200" dirty="0"/>
              <a:t>で防御力を増やせる）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03200" y="2988746"/>
            <a:ext cx="11760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</a:t>
            </a:r>
            <a:r>
              <a:rPr lang="en-US" altLang="ja-JP" sz="3200" dirty="0" smtClean="0"/>
              <a:t>H</a:t>
            </a:r>
            <a:r>
              <a:rPr lang="ja-JP" altLang="en-US" sz="3200" dirty="0" smtClean="0"/>
              <a:t>　</a:t>
            </a:r>
            <a:r>
              <a:rPr lang="en-US" altLang="ja-JP" sz="3200" dirty="0" smtClean="0"/>
              <a:t>P</a:t>
            </a:r>
            <a:r>
              <a:rPr lang="ja-JP" altLang="en-US" sz="3200" dirty="0"/>
              <a:t> </a:t>
            </a:r>
            <a:r>
              <a:rPr lang="ja-JP" altLang="en-US" sz="3200" dirty="0" smtClean="0"/>
              <a:t> ：回復薬使用で回復できる</a:t>
            </a:r>
          </a:p>
          <a:p>
            <a:r>
              <a:rPr lang="ja-JP" altLang="en-US" sz="3200" dirty="0" smtClean="0"/>
              <a:t>・防御力：食らうダメージが減る</a:t>
            </a:r>
            <a:endParaRPr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03200" y="4738032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プレイヤーの攻撃方法</a:t>
            </a:r>
            <a:endParaRPr kumimoji="1" lang="ja-JP" altLang="en-US" sz="4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03200" y="5660786"/>
            <a:ext cx="1176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・左クリックで剣を振る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56497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03200" y="1778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敵の攻撃方法</a:t>
            </a:r>
            <a:endParaRPr kumimoji="1" lang="ja-JP" altLang="en-US" sz="4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03200" y="1116202"/>
            <a:ext cx="11760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 smtClean="0"/>
              <a:t>・</a:t>
            </a:r>
            <a:r>
              <a:rPr lang="ja-JP" altLang="en-US" sz="3600" dirty="0"/>
              <a:t>プレイヤーの</a:t>
            </a:r>
            <a:r>
              <a:rPr lang="ja-JP" altLang="en-US" sz="3600" dirty="0" smtClean="0"/>
              <a:t>方向を向き、前方３マスにブレス攻撃</a:t>
            </a:r>
            <a:endParaRPr lang="en-US" altLang="ja-JP" sz="3600" dirty="0" smtClean="0"/>
          </a:p>
          <a:p>
            <a:endParaRPr lang="en-US" altLang="ja-JP" sz="3600" dirty="0" smtClean="0"/>
          </a:p>
          <a:p>
            <a:r>
              <a:rPr kumimoji="1" lang="ja-JP" altLang="en-US" sz="3600" dirty="0" smtClean="0"/>
              <a:t>・</a:t>
            </a:r>
            <a:r>
              <a:rPr lang="ja-JP" altLang="en-US" sz="3600" dirty="0"/>
              <a:t>プレイヤーの方向に、</a:t>
            </a:r>
            <a:r>
              <a:rPr lang="ja-JP" altLang="en-US" sz="3600" dirty="0" smtClean="0"/>
              <a:t>球を飛ばしてくる</a:t>
            </a:r>
            <a:endParaRPr lang="en-US" altLang="ja-JP" sz="3600" dirty="0" smtClean="0"/>
          </a:p>
          <a:p>
            <a:endParaRPr kumimoji="1" lang="en-US" altLang="ja-JP" sz="3600" dirty="0" smtClean="0"/>
          </a:p>
          <a:p>
            <a:r>
              <a:rPr lang="ja-JP" altLang="en-US" sz="3600" dirty="0" smtClean="0"/>
              <a:t>・プレイヤーの方向に、一直線で突進攻撃</a:t>
            </a:r>
            <a:endParaRPr lang="en-US" altLang="ja-JP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03200" y="44076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敵の情報</a:t>
            </a:r>
            <a:endParaRPr kumimoji="1" lang="ja-JP" altLang="en-US" sz="40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03200" y="5252463"/>
            <a:ext cx="1176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 smtClean="0"/>
              <a:t>・</a:t>
            </a:r>
            <a:r>
              <a:rPr lang="en-US" altLang="ja-JP" sz="3600" dirty="0" smtClean="0"/>
              <a:t>HP</a:t>
            </a:r>
            <a:r>
              <a:rPr lang="ja-JP" altLang="en-US" sz="3600" dirty="0" smtClean="0"/>
              <a:t>と攻撃力は、ステージごとに異なる</a:t>
            </a:r>
            <a:endParaRPr lang="en-US" altLang="ja-JP" sz="3600" dirty="0" smtClean="0"/>
          </a:p>
          <a:p>
            <a:r>
              <a:rPr lang="ja-JP" altLang="en-US" sz="3600" dirty="0"/>
              <a:t>（敵ＡとＢがいたら、Ａは突進だけ、Ｂはブレスだけ</a:t>
            </a:r>
            <a:r>
              <a:rPr lang="ja-JP" altLang="en-US" sz="3600" dirty="0" smtClean="0"/>
              <a:t>）</a:t>
            </a:r>
            <a:endParaRPr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131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03200" y="177800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ボス</a:t>
            </a:r>
            <a:r>
              <a:rPr lang="ja-JP" altLang="en-US" sz="4000" dirty="0" smtClean="0"/>
              <a:t>の攻撃方法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03200" y="1001902"/>
            <a:ext cx="11760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</a:t>
            </a:r>
            <a:r>
              <a:rPr lang="ja-JP" altLang="en-US" sz="3200" dirty="0"/>
              <a:t>プレイヤーの</a:t>
            </a:r>
            <a:r>
              <a:rPr lang="ja-JP" altLang="en-US" sz="3200" dirty="0" smtClean="0"/>
              <a:t>方向を向き、前方３マスにブレス攻撃</a:t>
            </a:r>
            <a:endParaRPr lang="en-US" altLang="ja-JP" sz="3200" dirty="0" smtClean="0"/>
          </a:p>
          <a:p>
            <a:endParaRPr lang="en-US" altLang="ja-JP" sz="3200" dirty="0" smtClean="0"/>
          </a:p>
          <a:p>
            <a:r>
              <a:rPr kumimoji="1" lang="ja-JP" altLang="en-US" sz="3200" dirty="0" smtClean="0"/>
              <a:t>・</a:t>
            </a:r>
            <a:r>
              <a:rPr lang="ja-JP" altLang="en-US" sz="3200" dirty="0"/>
              <a:t>プレイヤーの方向に、</a:t>
            </a:r>
            <a:r>
              <a:rPr lang="ja-JP" altLang="en-US" sz="3200" dirty="0" smtClean="0"/>
              <a:t>球を飛ばしてくる</a:t>
            </a:r>
            <a:endParaRPr lang="en-US" altLang="ja-JP" sz="3200" dirty="0" smtClean="0"/>
          </a:p>
          <a:p>
            <a:endParaRPr kumimoji="1" lang="en-US" altLang="ja-JP" sz="3200" dirty="0" smtClean="0"/>
          </a:p>
          <a:p>
            <a:r>
              <a:rPr lang="ja-JP" altLang="en-US" sz="3200" dirty="0" smtClean="0"/>
              <a:t>・プレイヤーの方向に、一直線で突進攻撃</a:t>
            </a:r>
            <a:endParaRPr lang="en-US" altLang="ja-JP" sz="3200" dirty="0" smtClean="0"/>
          </a:p>
          <a:p>
            <a:endParaRPr lang="en-US" altLang="ja-JP" sz="3200" dirty="0"/>
          </a:p>
          <a:p>
            <a:r>
              <a:rPr lang="ja-JP" altLang="en-US" sz="3200" dirty="0" smtClean="0"/>
              <a:t>・地面から攻撃が飛び出してくる</a:t>
            </a:r>
            <a:endParaRPr lang="en-US" altLang="ja-JP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03200" y="4657548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ボス</a:t>
            </a:r>
            <a:r>
              <a:rPr lang="ja-JP" altLang="en-US" sz="4000" dirty="0" smtClean="0"/>
              <a:t>の情報</a:t>
            </a:r>
            <a:endParaRPr kumimoji="1" lang="ja-JP" altLang="en-US" sz="4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03200" y="5481650"/>
            <a:ext cx="11760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</a:t>
            </a:r>
            <a:r>
              <a:rPr lang="en-US" altLang="ja-JP" sz="3200" dirty="0" smtClean="0"/>
              <a:t>HP</a:t>
            </a:r>
            <a:r>
              <a:rPr lang="ja-JP" altLang="en-US" sz="3200" dirty="0" smtClean="0"/>
              <a:t>２００、攻撃力２０～３０</a:t>
            </a:r>
            <a:endParaRPr lang="en-US" altLang="ja-JP" sz="3200" dirty="0" smtClean="0"/>
          </a:p>
          <a:p>
            <a:r>
              <a:rPr lang="ja-JP" altLang="en-US" sz="3200" dirty="0" smtClean="0"/>
              <a:t>（攻撃方法が複数あるため、攻撃力はそんなに高くない）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86272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03200" y="128787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クリア方法</a:t>
            </a:r>
            <a:endParaRPr kumimoji="1" lang="ja-JP" altLang="en-US" sz="4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0" y="944394"/>
            <a:ext cx="11760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・ゴールを踏むとクリア（敵を倒さなくてもクリア出来る）</a:t>
            </a:r>
            <a:endParaRPr lang="en-US" altLang="ja-JP" sz="3200" dirty="0" smtClean="0"/>
          </a:p>
          <a:p>
            <a:r>
              <a:rPr lang="ja-JP" altLang="en-US" sz="3200" dirty="0"/>
              <a:t>　</a:t>
            </a:r>
            <a:r>
              <a:rPr lang="ja-JP" altLang="en-US" sz="3200" dirty="0" smtClean="0"/>
              <a:t>　　　　　　　　　（ボスは、倒さないとクリア出来ない）</a:t>
            </a:r>
            <a:endParaRPr lang="en-US" altLang="ja-JP" sz="3200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03200" y="2190892"/>
            <a:ext cx="755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/>
              <a:t>ゲームシステム</a:t>
            </a:r>
            <a:endParaRPr lang="en-US" altLang="ja-JP" sz="40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03200" y="3186531"/>
            <a:ext cx="11760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・敵を倒しても再挑戦時、敵復活する</a:t>
            </a:r>
            <a:endParaRPr lang="en-US" altLang="ja-JP" sz="3200" dirty="0" smtClean="0"/>
          </a:p>
          <a:p>
            <a:endParaRPr lang="en-US" altLang="ja-JP" sz="3200" dirty="0" smtClean="0"/>
          </a:p>
          <a:p>
            <a:r>
              <a:rPr lang="ja-JP" altLang="en-US" sz="3200" dirty="0" smtClean="0"/>
              <a:t>・ステージ挑戦中に死んだ場合、そのステージで得た物は失う</a:t>
            </a:r>
            <a:endParaRPr lang="en-US" altLang="ja-JP" sz="3200" dirty="0" smtClean="0"/>
          </a:p>
          <a:p>
            <a:endParaRPr lang="en-US" altLang="ja-JP" sz="3200" dirty="0" smtClean="0"/>
          </a:p>
          <a:p>
            <a:r>
              <a:rPr lang="ja-JP" altLang="en-US" sz="3200" dirty="0" smtClean="0"/>
              <a:t>・コインを使用してステージ解放</a:t>
            </a:r>
            <a:endParaRPr lang="en-US" altLang="ja-JP" sz="3200" dirty="0" smtClean="0"/>
          </a:p>
          <a:p>
            <a:r>
              <a:rPr lang="ja-JP" altLang="en-US" sz="3200" dirty="0" smtClean="0"/>
              <a:t>（ステージ２を飛ばして、ステージ３を解放も出来る）</a:t>
            </a:r>
            <a:endParaRPr lang="en-US" altLang="ja-JP" sz="3200" dirty="0" smtClean="0"/>
          </a:p>
        </p:txBody>
      </p:sp>
    </p:spTree>
    <p:extLst>
      <p:ext uri="{BB962C8B-B14F-4D97-AF65-F5344CB8AC3E}">
        <p14:creationId xmlns:p14="http://schemas.microsoft.com/office/powerpoint/2010/main" val="3786879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328</Words>
  <Application>Microsoft Office PowerPoint</Application>
  <PresentationFormat>ワイド画面</PresentationFormat>
  <Paragraphs>64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企画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バランスボール（仮）</dc:title>
  <dc:creator>GA3</dc:creator>
  <cp:lastModifiedBy>GA3</cp:lastModifiedBy>
  <cp:revision>47</cp:revision>
  <dcterms:created xsi:type="dcterms:W3CDTF">2026-04-13T01:47:17Z</dcterms:created>
  <dcterms:modified xsi:type="dcterms:W3CDTF">2026-04-17T03:55:06Z</dcterms:modified>
</cp:coreProperties>
</file>