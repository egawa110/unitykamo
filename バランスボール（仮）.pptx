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214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691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838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352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8861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958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6352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9866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678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615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1299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0916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ボールパズル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個人製作</a:t>
            </a:r>
            <a:r>
              <a:rPr lang="ja-JP" altLang="en-US" dirty="0"/>
              <a:t>　</a:t>
            </a:r>
            <a:r>
              <a:rPr lang="ja-JP" altLang="en-US" dirty="0" smtClean="0"/>
              <a:t>江川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2407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203200" y="177800"/>
            <a:ext cx="755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/>
              <a:t>ゲーム概要</a:t>
            </a:r>
            <a:endParaRPr kumimoji="1" lang="ja-JP" altLang="en-US" sz="40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482600" y="1587500"/>
            <a:ext cx="11760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 smtClean="0"/>
              <a:t>　環　境　：</a:t>
            </a:r>
            <a:r>
              <a:rPr lang="en-US" altLang="ja-JP" sz="4000" dirty="0" smtClean="0"/>
              <a:t>Unity</a:t>
            </a:r>
          </a:p>
          <a:p>
            <a:endParaRPr kumimoji="1" lang="en-US" altLang="ja-JP" sz="4000" dirty="0"/>
          </a:p>
          <a:p>
            <a:r>
              <a:rPr lang="ja-JP" altLang="en-US" sz="4000" dirty="0" smtClean="0"/>
              <a:t>　ジャンル：バランスアクション</a:t>
            </a:r>
            <a:endParaRPr lang="en-US" altLang="ja-JP" sz="4000" dirty="0" smtClean="0"/>
          </a:p>
          <a:p>
            <a:endParaRPr kumimoji="1" lang="en-US" altLang="ja-JP" sz="4000" dirty="0" smtClean="0"/>
          </a:p>
          <a:p>
            <a:r>
              <a:rPr lang="ja-JP" altLang="en-US" sz="4000" dirty="0"/>
              <a:t>ゲーム</a:t>
            </a:r>
            <a:r>
              <a:rPr lang="ja-JP" altLang="en-US" sz="4000" dirty="0" smtClean="0"/>
              <a:t>概要</a:t>
            </a:r>
            <a:r>
              <a:rPr lang="ja-JP" altLang="en-US" sz="4000" dirty="0"/>
              <a:t>：</a:t>
            </a:r>
            <a:r>
              <a:rPr lang="ja-JP" altLang="en-US" sz="4000" dirty="0" smtClean="0"/>
              <a:t>ステージを傾けてボールをゴール</a:t>
            </a:r>
            <a:endParaRPr lang="en-US" altLang="ja-JP" sz="4000" dirty="0" smtClean="0"/>
          </a:p>
          <a:p>
            <a:r>
              <a:rPr lang="ja-JP" altLang="en-US" sz="4000" dirty="0" smtClean="0"/>
              <a:t>　　　　　　まで運ぼう！</a:t>
            </a:r>
            <a:endParaRPr kumimoji="1" lang="ja-JP" altLang="en-US" sz="4000" dirty="0"/>
          </a:p>
        </p:txBody>
      </p:sp>
      <p:sp>
        <p:nvSpPr>
          <p:cNvPr id="4" name="正方形/長方形 3"/>
          <p:cNvSpPr/>
          <p:nvPr/>
        </p:nvSpPr>
        <p:spPr>
          <a:xfrm rot="461199">
            <a:off x="6029326" y="1527174"/>
            <a:ext cx="5715000" cy="466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/>
          <p:cNvSpPr/>
          <p:nvPr/>
        </p:nvSpPr>
        <p:spPr>
          <a:xfrm>
            <a:off x="6276975" y="296069"/>
            <a:ext cx="923925" cy="88582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 rot="591047">
            <a:off x="10445534" y="871719"/>
            <a:ext cx="90490" cy="8572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波線 6"/>
          <p:cNvSpPr/>
          <p:nvPr/>
        </p:nvSpPr>
        <p:spPr>
          <a:xfrm rot="545764">
            <a:off x="10536920" y="831552"/>
            <a:ext cx="953555" cy="828675"/>
          </a:xfrm>
          <a:prstGeom prst="wave">
            <a:avLst>
              <a:gd name="adj1" fmla="val 12500"/>
              <a:gd name="adj2" fmla="val -99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588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03200" y="177800"/>
            <a:ext cx="755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/>
              <a:t>ゲーム特徴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19100" y="990600"/>
            <a:ext cx="1176020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/>
              <a:t>ゴールまで道のりに様々なギミック</a:t>
            </a:r>
            <a:endParaRPr kumimoji="1" lang="en-US" altLang="ja-JP" sz="4000" dirty="0" smtClean="0"/>
          </a:p>
          <a:p>
            <a:endParaRPr lang="en-US" altLang="ja-JP" sz="1600" dirty="0" smtClean="0"/>
          </a:p>
          <a:p>
            <a:endParaRPr lang="en-US" altLang="ja-JP" sz="1200" dirty="0" smtClean="0"/>
          </a:p>
          <a:p>
            <a:r>
              <a:rPr kumimoji="1" lang="ja-JP" altLang="en-US" sz="4000" dirty="0" smtClean="0"/>
              <a:t>・動く床</a:t>
            </a:r>
            <a:endParaRPr kumimoji="1" lang="en-US" altLang="ja-JP" sz="4000" dirty="0" smtClean="0"/>
          </a:p>
          <a:p>
            <a:r>
              <a:rPr lang="ja-JP" altLang="en-US" sz="4000" dirty="0"/>
              <a:t>・</a:t>
            </a:r>
            <a:r>
              <a:rPr lang="ja-JP" altLang="en-US" sz="4000" dirty="0" smtClean="0"/>
              <a:t>落とし穴</a:t>
            </a:r>
            <a:r>
              <a:rPr kumimoji="1" lang="ja-JP" altLang="en-US" sz="4000" dirty="0" smtClean="0"/>
              <a:t>など</a:t>
            </a:r>
            <a:endParaRPr kumimoji="1" lang="en-US" altLang="ja-JP" sz="4000" dirty="0" smtClean="0"/>
          </a:p>
          <a:p>
            <a:endParaRPr lang="en-US" altLang="ja-JP" sz="300" dirty="0"/>
          </a:p>
          <a:p>
            <a:endParaRPr kumimoji="1" lang="en-US" altLang="ja-JP" sz="4000" dirty="0" smtClean="0"/>
          </a:p>
          <a:p>
            <a:r>
              <a:rPr kumimoji="1" lang="ja-JP" altLang="en-US" sz="4000" dirty="0" smtClean="0"/>
              <a:t>クリア時間によって評価が変わる</a:t>
            </a:r>
            <a:endParaRPr kumimoji="1" lang="en-US" altLang="ja-JP" sz="4000" dirty="0" smtClean="0"/>
          </a:p>
          <a:p>
            <a:r>
              <a:rPr lang="ja-JP" altLang="en-US" sz="4000" dirty="0" smtClean="0"/>
              <a:t>（例）</a:t>
            </a:r>
            <a:endParaRPr kumimoji="1" lang="en-US" altLang="ja-JP" sz="4000" dirty="0" smtClean="0"/>
          </a:p>
          <a:p>
            <a:r>
              <a:rPr lang="ja-JP" altLang="en-US" sz="4000" dirty="0" smtClean="0"/>
              <a:t>　</a:t>
            </a:r>
            <a:r>
              <a:rPr lang="en-US" altLang="ja-JP" sz="4000" dirty="0" smtClean="0"/>
              <a:t>10</a:t>
            </a:r>
            <a:r>
              <a:rPr lang="ja-JP" altLang="en-US" sz="4000" dirty="0" smtClean="0"/>
              <a:t>秒だと星３つ</a:t>
            </a:r>
            <a:endParaRPr lang="en-US" altLang="ja-JP" sz="4000" dirty="0" smtClean="0"/>
          </a:p>
          <a:p>
            <a:r>
              <a:rPr lang="ja-JP" altLang="en-US" sz="4000" dirty="0" smtClean="0"/>
              <a:t>　</a:t>
            </a:r>
            <a:r>
              <a:rPr lang="en-US" altLang="ja-JP" sz="4000" dirty="0" smtClean="0"/>
              <a:t>20</a:t>
            </a:r>
            <a:r>
              <a:rPr lang="ja-JP" altLang="en-US" sz="4000" dirty="0" smtClean="0"/>
              <a:t>秒だと星１つ　</a:t>
            </a:r>
            <a:endParaRPr lang="en-US" altLang="ja-JP" sz="4000" dirty="0" smtClean="0"/>
          </a:p>
        </p:txBody>
      </p:sp>
      <p:sp>
        <p:nvSpPr>
          <p:cNvPr id="5" name="正方形/長方形 4"/>
          <p:cNvSpPr/>
          <p:nvPr/>
        </p:nvSpPr>
        <p:spPr>
          <a:xfrm rot="461199">
            <a:off x="6075979" y="2700996"/>
            <a:ext cx="2234189" cy="466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/>
          <p:cNvSpPr/>
          <p:nvPr/>
        </p:nvSpPr>
        <p:spPr>
          <a:xfrm>
            <a:off x="6448425" y="1753393"/>
            <a:ext cx="923925" cy="88582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 rot="591047">
            <a:off x="10616984" y="2329043"/>
            <a:ext cx="90490" cy="8572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波線 7"/>
          <p:cNvSpPr/>
          <p:nvPr/>
        </p:nvSpPr>
        <p:spPr>
          <a:xfrm rot="545764">
            <a:off x="10708370" y="2288876"/>
            <a:ext cx="953555" cy="828675"/>
          </a:xfrm>
          <a:prstGeom prst="wave">
            <a:avLst>
              <a:gd name="adj1" fmla="val 12500"/>
              <a:gd name="adj2" fmla="val -99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>
          <a:xfrm rot="461199">
            <a:off x="9747808" y="3211475"/>
            <a:ext cx="2197259" cy="466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星 5 9"/>
          <p:cNvSpPr/>
          <p:nvPr/>
        </p:nvSpPr>
        <p:spPr>
          <a:xfrm>
            <a:off x="4905375" y="4867134"/>
            <a:ext cx="819150" cy="752475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星 5 10"/>
          <p:cNvSpPr/>
          <p:nvPr/>
        </p:nvSpPr>
        <p:spPr>
          <a:xfrm>
            <a:off x="5785663" y="4867133"/>
            <a:ext cx="819150" cy="752475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星 5 11"/>
          <p:cNvSpPr/>
          <p:nvPr/>
        </p:nvSpPr>
        <p:spPr>
          <a:xfrm>
            <a:off x="6665951" y="4867133"/>
            <a:ext cx="819150" cy="752475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星 5 13"/>
          <p:cNvSpPr/>
          <p:nvPr/>
        </p:nvSpPr>
        <p:spPr>
          <a:xfrm>
            <a:off x="4905375" y="5724523"/>
            <a:ext cx="819150" cy="752475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星 5 14"/>
          <p:cNvSpPr/>
          <p:nvPr/>
        </p:nvSpPr>
        <p:spPr>
          <a:xfrm>
            <a:off x="5785663" y="5724523"/>
            <a:ext cx="819150" cy="752475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星 5 15"/>
          <p:cNvSpPr/>
          <p:nvPr/>
        </p:nvSpPr>
        <p:spPr>
          <a:xfrm>
            <a:off x="6727089" y="5718969"/>
            <a:ext cx="819150" cy="752475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/>
        </p:nvSpPr>
        <p:spPr>
          <a:xfrm rot="461199">
            <a:off x="7893512" y="2954353"/>
            <a:ext cx="2234189" cy="466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42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190500" y="444500"/>
            <a:ext cx="1008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/>
              <a:t>ステージは小さい</a:t>
            </a:r>
            <a:r>
              <a:rPr kumimoji="1" lang="en-US" altLang="ja-JP" sz="4000" dirty="0" smtClean="0"/>
              <a:t>BOX</a:t>
            </a:r>
            <a:r>
              <a:rPr kumimoji="1" lang="ja-JP" altLang="en-US" sz="4000" dirty="0" smtClean="0"/>
              <a:t>型</a:t>
            </a:r>
            <a:endParaRPr kumimoji="1" lang="ja-JP" altLang="en-US" sz="4000" dirty="0"/>
          </a:p>
        </p:txBody>
      </p:sp>
      <p:pic>
        <p:nvPicPr>
          <p:cNvPr id="1026" name="Picture 2" descr="ゲームステージデザイン Game_Stage_Design | Izumoji Zensuke Art Wor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323" y="1405744"/>
            <a:ext cx="6565842" cy="4920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楕円 5"/>
          <p:cNvSpPr/>
          <p:nvPr/>
        </p:nvSpPr>
        <p:spPr>
          <a:xfrm>
            <a:off x="5232400" y="2718034"/>
            <a:ext cx="600075" cy="56872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78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1.48148E-6 C 0.06901 -1.48148E-6 0.125 0.05602 0.125 0.125 C 0.125 0.19398 0.06901 0.25 3.95833E-6 0.25 C -0.06901 0.25 -0.125 0.19398 -0.125 0.125 C -0.125 0.05602 -0.06901 -1.48148E-6 3.95833E-6 -1.48148E-6 Z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06400" y="292100"/>
            <a:ext cx="6540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/>
              <a:t>まとめ</a:t>
            </a:r>
            <a:endParaRPr kumimoji="1" lang="ja-JP" altLang="en-US" sz="40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358900" y="3022600"/>
            <a:ext cx="960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dirty="0" smtClean="0"/>
              <a:t>シンプル</a:t>
            </a:r>
            <a:r>
              <a:rPr lang="ja-JP" altLang="en-US" sz="5400" dirty="0"/>
              <a:t>・</a:t>
            </a:r>
            <a:r>
              <a:rPr kumimoji="1" lang="ja-JP" altLang="en-US" sz="5400" dirty="0" smtClean="0"/>
              <a:t>遊びやすさを重視</a:t>
            </a:r>
            <a:endParaRPr kumimoji="1" lang="ja-JP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90680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42</Words>
  <Application>Microsoft Office PowerPoint</Application>
  <PresentationFormat>ワイド画面</PresentationFormat>
  <Paragraphs>24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ボールパズル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バランスボール（仮）</dc:title>
  <dc:creator>GA3</dc:creator>
  <cp:lastModifiedBy>GA3</cp:lastModifiedBy>
  <cp:revision>17</cp:revision>
  <dcterms:created xsi:type="dcterms:W3CDTF">2026-04-13T01:47:17Z</dcterms:created>
  <dcterms:modified xsi:type="dcterms:W3CDTF">2026-04-17T00:39:47Z</dcterms:modified>
</cp:coreProperties>
</file>